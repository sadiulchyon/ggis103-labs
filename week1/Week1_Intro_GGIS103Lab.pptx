
<file path=[Content_Types].xml><?xml version="1.0" encoding="utf-8"?>
<Types xmlns="http://schemas.openxmlformats.org/package/2006/content-types">
  <Default Extension="0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8" r:id="rId4"/>
    <p:sldId id="257" r:id="rId5"/>
    <p:sldId id="270" r:id="rId6"/>
    <p:sldId id="26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086BE-CDD8-4ED4-AF03-485EE5997C7A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73750-3D2C-4A17-B020-CC947B077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504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73750-3D2C-4A17-B020-CC947B077E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832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73750-3D2C-4A17-B020-CC947B077E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0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2461E-73E2-960F-3970-B10B958E5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C9542-7369-F108-CD67-17F92DA77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958C7-DE13-3EF6-CAD9-3E225382D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741FA-4AB8-6CE4-4987-87BEAF234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243EF-70F9-D8A2-F500-F08440F56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99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20CC-9BD5-3CF6-97C0-E1A6142A7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A994A-6B58-E223-E963-719A7B13F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863FB-5B27-CD49-2EBF-8DF69EA91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693A7-F0A1-550F-FF38-0B5C39D3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B74DD-0281-9613-56F0-38DBC60A7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49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7A755-68AE-587D-6A37-8A83354F1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80C2D-0A28-9264-44C1-A7DE5D82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0F3EC-FCA3-34F0-BC69-E4F69BE14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090E9-F3D8-247E-ECA0-B7E190885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55A4D-0F83-FF2A-B300-E0B719A9D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3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37633-C8C1-5E26-2D75-9B5F7085D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2ADB5-F6C8-7B80-18DC-C014CEC86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36918-CD14-C30C-E0BB-C91AE67CA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E2896-686A-E765-26B0-F5D9479AC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51B8F-3DB4-2222-80D2-E68AA80FD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2C6DA-54F1-6E2B-57DB-504FA40F1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14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95D1-5E5F-16FB-86B8-25B6DB4D6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AD5F0-5DE0-3828-DE8B-F0B67F185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D5950-4161-0616-D7F2-BBF8487D6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862EE0-430E-25A1-C973-816AC2D812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ED2B3-2846-B0D8-7EA8-285814FC8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D6841-823E-C3C5-3922-276C88D7E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E7D629-2002-8EBC-3703-5C2D53722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6EB8A7-7AE1-ACDE-7AE5-8E5D222A8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4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512DA-DAD3-2459-744D-369FDD323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FB5839-E103-092A-739D-91F92032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6CFBF-F314-894D-8A2E-043246B4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040D7-F6E1-EAB3-09B3-1B01ACF30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7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528F0E-1709-7FFB-E967-22BDA2AC5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B0BA9-17FA-5CE0-E828-EADD6B8E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257A7-DC9D-6844-D389-AD6FFB8E4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9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15680-FE50-DBC4-CD28-B6AD492C5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4E309-9AF6-35B0-E8A0-9A3CEE94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8C198-4854-5036-3EBE-8C798AC0D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7F3FA-4E4E-5F75-DAD8-44D0CBD7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429B5-A794-0A56-5AF7-540F0F234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45E75-67C8-F37F-F657-9A1CEE21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83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253F-798A-5686-D191-6277C34E6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18BE29-B374-72BB-8B1A-9667DA4E9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F3AFB-85EB-FEBD-DF8B-D3D1AC110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817CB-4482-C826-E47D-3ECFEC627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904AE-67F4-3543-CA55-58CC7EAE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6E69F-7289-C919-0595-67FC50374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96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42BD-6779-B161-0276-EFFCA7AB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386EA7-CDB1-AABB-02D5-5AFD4C987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CF416-130E-BFE3-FC45-58FCA9EC3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3F4AC-DE1E-4E14-52AD-F2C8EB98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2E5C6-E09D-496C-2E0B-C9BED70CB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9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041F29-80BA-F50F-4328-55E44BF883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49B24-EA93-70CC-EBF4-128188AB1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DC5DB-0A67-C6FF-143D-03D037BAC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D964A-4182-CAF0-2970-2E9D55593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65D09-94CA-1F80-FBCC-81E613D6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7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10240F-9BAF-4CA8-F516-7552DC61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98AAD-4490-9D0B-587A-6CA6BD37B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25BC2-BBA6-D90C-3C1A-0ED0680C1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82E81-2ACD-463D-A097-64B70DB471B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A68AC-738C-0C2E-9F6B-31692B3AE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027EB-38AA-FC90-5DE6-AAEECB52D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5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0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rawpixel.com/image/418661/the-planet-earth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iYjTb3opAA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ACA68-091A-2BAB-B7A2-71C881750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9450" y="2319338"/>
            <a:ext cx="5162550" cy="980735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dirty="0"/>
              <a:t>GGIS/ESE 103 Lab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7A0CC6-4A49-AC9E-55F1-6B1F235BE8B9}"/>
              </a:ext>
            </a:extLst>
          </p:cNvPr>
          <p:cNvSpPr txBox="1">
            <a:spLocks/>
          </p:cNvSpPr>
          <p:nvPr/>
        </p:nvSpPr>
        <p:spPr>
          <a:xfrm>
            <a:off x="4676775" y="3349120"/>
            <a:ext cx="7515225" cy="846643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Earth’s Physical Systems</a:t>
            </a:r>
          </a:p>
        </p:txBody>
      </p:sp>
    </p:spTree>
    <p:extLst>
      <p:ext uri="{BB962C8B-B14F-4D97-AF65-F5344CB8AC3E}">
        <p14:creationId xmlns:p14="http://schemas.microsoft.com/office/powerpoint/2010/main" val="2207652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48EF3-A522-19D5-1B61-4AAA022BA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3600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C000"/>
                </a:solidFill>
              </a:rPr>
              <a:t>Let’s Get to Know Each Other!</a:t>
            </a:r>
            <a:r>
              <a:rPr lang="en-US" sz="5400" b="1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E302B-8D13-90F1-C543-A22B50CD5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952500"/>
            <a:ext cx="11677650" cy="581025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j-lt"/>
                <a:ea typeface="+mj-ea"/>
                <a:cs typeface="+mj-cs"/>
              </a:rPr>
              <a:t>Your name and where are you from? </a:t>
            </a:r>
          </a:p>
          <a:p>
            <a:pPr marL="0" indent="0">
              <a:buNone/>
            </a:pPr>
            <a:endParaRPr lang="en-US" sz="4000" b="1" dirty="0">
              <a:latin typeface="+mj-lt"/>
              <a:ea typeface="+mj-ea"/>
              <a:cs typeface="+mj-cs"/>
            </a:endParaRPr>
          </a:p>
          <a:p>
            <a:r>
              <a:rPr lang="en-US" sz="4000" b="1" dirty="0">
                <a:latin typeface="+mj-lt"/>
                <a:ea typeface="+mj-ea"/>
                <a:cs typeface="+mj-cs"/>
              </a:rPr>
              <a:t>What is your major? (or what are you interested in if you’re undeclared)</a:t>
            </a:r>
          </a:p>
          <a:p>
            <a:pPr marL="0" indent="0">
              <a:buNone/>
            </a:pPr>
            <a:endParaRPr lang="en-US" sz="4000" b="1" dirty="0">
              <a:latin typeface="+mj-lt"/>
              <a:ea typeface="+mj-ea"/>
              <a:cs typeface="+mj-cs"/>
            </a:endParaRPr>
          </a:p>
          <a:p>
            <a:r>
              <a:rPr lang="en-US" sz="4000" b="1" dirty="0">
                <a:latin typeface="+mj-lt"/>
                <a:ea typeface="+mj-ea"/>
                <a:cs typeface="+mj-cs"/>
              </a:rPr>
              <a:t>Why are you taking this class? (maybe your friends told you that the grading on this course is easy?!)</a:t>
            </a:r>
          </a:p>
        </p:txBody>
      </p:sp>
    </p:spTree>
    <p:extLst>
      <p:ext uri="{BB962C8B-B14F-4D97-AF65-F5344CB8AC3E}">
        <p14:creationId xmlns:p14="http://schemas.microsoft.com/office/powerpoint/2010/main" val="3123840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548EF3-A522-19D5-1B61-4AAA022BA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Syllabus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E302B-8D13-90F1-C543-A22B50CD5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12 labs (10 points each)</a:t>
            </a:r>
          </a:p>
          <a:p>
            <a:r>
              <a:rPr lang="en-US" sz="2200" dirty="0"/>
              <a:t>10 best grades</a:t>
            </a:r>
          </a:p>
          <a:p>
            <a:r>
              <a:rPr lang="en-US" sz="2200" dirty="0"/>
              <a:t>35% of total course grade</a:t>
            </a:r>
          </a:p>
          <a:p>
            <a:pPr marL="0" indent="0">
              <a:buNone/>
            </a:pPr>
            <a:endParaRPr lang="en-US" sz="22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482744-17EE-ACB7-512E-E3EAEAB93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857145"/>
              </p:ext>
            </p:extLst>
          </p:nvPr>
        </p:nvGraphicFramePr>
        <p:xfrm>
          <a:off x="4900943" y="180975"/>
          <a:ext cx="6138532" cy="619201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88472">
                  <a:extLst>
                    <a:ext uri="{9D8B030D-6E8A-4147-A177-3AD203B41FA5}">
                      <a16:colId xmlns:a16="http://schemas.microsoft.com/office/drawing/2014/main" val="285375904"/>
                    </a:ext>
                  </a:extLst>
                </a:gridCol>
                <a:gridCol w="1171166">
                  <a:extLst>
                    <a:ext uri="{9D8B030D-6E8A-4147-A177-3AD203B41FA5}">
                      <a16:colId xmlns:a16="http://schemas.microsoft.com/office/drawing/2014/main" val="3055180208"/>
                    </a:ext>
                  </a:extLst>
                </a:gridCol>
                <a:gridCol w="4078894">
                  <a:extLst>
                    <a:ext uri="{9D8B030D-6E8A-4147-A177-3AD203B41FA5}">
                      <a16:colId xmlns:a16="http://schemas.microsoft.com/office/drawing/2014/main" val="26270419"/>
                    </a:ext>
                  </a:extLst>
                </a:gridCol>
              </a:tblGrid>
              <a:tr h="3334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Week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Date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Subject 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031568"/>
                  </a:ext>
                </a:extLst>
              </a:tr>
              <a:tr h="390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Week 1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Jan 22/23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Lab introduction, policies, and overview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8245714"/>
                  </a:ext>
                </a:extLst>
              </a:tr>
              <a:tr h="390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Week 2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Jan 29/30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marR="0" lvl="0" indent="-2286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Intro to Google Earth; Topographic maps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8358773"/>
                  </a:ext>
                </a:extLst>
              </a:tr>
              <a:tr h="390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Week 3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Feb 5/6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effectLst/>
                        </a:rPr>
                        <a:t>2. Rocks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6082465"/>
                  </a:ext>
                </a:extLst>
              </a:tr>
              <a:tr h="390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Week 4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Feb 12/13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effectLst/>
                        </a:rPr>
                        <a:t>3. Plate tectonics and Volcanoes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2693703"/>
                  </a:ext>
                </a:extLst>
              </a:tr>
              <a:tr h="390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Week 5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Feb 19/20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1" dirty="0">
                          <a:effectLst/>
                        </a:rPr>
                        <a:t>No Lab</a:t>
                      </a:r>
                      <a:endParaRPr lang="en-U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1812899"/>
                  </a:ext>
                </a:extLst>
              </a:tr>
              <a:tr h="390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Week 6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Feb 26/27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effectLst/>
                        </a:rPr>
                        <a:t>4. Soils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7518110"/>
                  </a:ext>
                </a:extLst>
              </a:tr>
              <a:tr h="390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Week 7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Mar 5/6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effectLst/>
                        </a:rPr>
                        <a:t>5. Watersheds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4625243"/>
                  </a:ext>
                </a:extLst>
              </a:tr>
              <a:tr h="390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Week 8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Mar 12/13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effectLst/>
                        </a:rPr>
                        <a:t>6. Hillslopes and Landslides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6682666"/>
                  </a:ext>
                </a:extLst>
              </a:tr>
              <a:tr h="390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Week 9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Mar 19/20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1" dirty="0">
                          <a:effectLst/>
                        </a:rPr>
                        <a:t>No Lab (Happy Spring Break!)</a:t>
                      </a:r>
                      <a:endParaRPr lang="en-U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2622109"/>
                  </a:ext>
                </a:extLst>
              </a:tr>
              <a:tr h="390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Week 10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Mar 26/27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effectLst/>
                        </a:rPr>
                        <a:t>7. Stream network and stream hydrology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5930062"/>
                  </a:ext>
                </a:extLst>
              </a:tr>
              <a:tr h="390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Week 11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Apr 2/3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effectLst/>
                        </a:rPr>
                        <a:t>8. Stream Table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238863"/>
                  </a:ext>
                </a:extLst>
              </a:tr>
              <a:tr h="390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Week 12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Apr 9/10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effectLst/>
                        </a:rPr>
                        <a:t>9. Wind and Desert Environments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1430885"/>
                  </a:ext>
                </a:extLst>
              </a:tr>
              <a:tr h="390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Week 13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Apr 16/17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effectLst/>
                        </a:rPr>
                        <a:t>10. Glaciers and Periglacial Environments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3086871"/>
                  </a:ext>
                </a:extLst>
              </a:tr>
              <a:tr h="390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Week 14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Nov 23/24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effectLst/>
                        </a:rPr>
                        <a:t>11. Coastal Systems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2568084"/>
                  </a:ext>
                </a:extLst>
              </a:tr>
              <a:tr h="390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Week 15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May 7/8  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effectLst/>
                        </a:rPr>
                        <a:t>12. Biomes and Ecosystems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9086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9650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E302B-8D13-90F1-C543-A22B50CD5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2525"/>
            <a:ext cx="10953750" cy="5014913"/>
          </a:xfrm>
        </p:spPr>
        <p:txBody>
          <a:bodyPr/>
          <a:lstStyle/>
          <a:p>
            <a:r>
              <a:rPr lang="en-US" sz="4000" dirty="0"/>
              <a:t>Can work together, but complete and turn in your own lab</a:t>
            </a:r>
          </a:p>
          <a:p>
            <a:r>
              <a:rPr lang="en-US" sz="4000" dirty="0"/>
              <a:t>Feel free to leave when after finishing lab</a:t>
            </a:r>
          </a:p>
          <a:p>
            <a:r>
              <a:rPr lang="en-US" sz="4000" dirty="0"/>
              <a:t>Turn in lab whenever you’re done during that lab period </a:t>
            </a:r>
          </a:p>
          <a:p>
            <a:r>
              <a:rPr lang="en-US" sz="4000" dirty="0"/>
              <a:t>Look at the lecture slides before you come to lab</a:t>
            </a:r>
          </a:p>
          <a:p>
            <a:r>
              <a:rPr lang="en-US" sz="4000" dirty="0"/>
              <a:t>Ask me any questions! (not that I know it all, but we can learn it together!)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B699B7-C6E7-BAED-452C-6900ADA60E0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rgbClr val="FFC000"/>
                </a:solidFill>
              </a:rPr>
              <a:t>Lab Etiquette</a:t>
            </a:r>
          </a:p>
        </p:txBody>
      </p:sp>
    </p:spTree>
    <p:extLst>
      <p:ext uri="{BB962C8B-B14F-4D97-AF65-F5344CB8AC3E}">
        <p14:creationId xmlns:p14="http://schemas.microsoft.com/office/powerpoint/2010/main" val="406860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CB2E50-BF8B-1AF0-4EAE-A4B6C49F7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312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6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Captain Planet - Intro Theme">
            <a:hlinkClick r:id="" action="ppaction://media"/>
            <a:extLst>
              <a:ext uri="{FF2B5EF4-FFF2-40B4-BE49-F238E27FC236}">
                <a16:creationId xmlns:a16="http://schemas.microsoft.com/office/drawing/2014/main" id="{F0D93DAE-6539-5C5B-FFA5-5757FDAFA4A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225" y="0"/>
            <a:ext cx="12147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81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3085</TotalTime>
  <Words>280</Words>
  <Application>Microsoft Office PowerPoint</Application>
  <PresentationFormat>Widescreen</PresentationFormat>
  <Paragraphs>68</Paragraphs>
  <Slides>6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GGIS/ESE 103 Lab</vt:lpstr>
      <vt:lpstr>Let’s Get to Know Each Other!!</vt:lpstr>
      <vt:lpstr>Syllabus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GGIS 103 Lab</dc:title>
  <dc:creator>Hall, Emma Catherine</dc:creator>
  <cp:lastModifiedBy>Chyon, Sadiul</cp:lastModifiedBy>
  <cp:revision>19</cp:revision>
  <dcterms:created xsi:type="dcterms:W3CDTF">2022-08-24T16:20:55Z</dcterms:created>
  <dcterms:modified xsi:type="dcterms:W3CDTF">2026-01-19T17:54:38Z</dcterms:modified>
</cp:coreProperties>
</file>