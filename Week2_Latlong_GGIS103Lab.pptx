
<file path=[Content_Types].xml><?xml version="1.0" encoding="utf-8"?>
<Types xmlns="http://schemas.openxmlformats.org/package/2006/content-types">
  <Default Extension="0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60" r:id="rId4"/>
    <p:sldId id="276" r:id="rId5"/>
    <p:sldId id="277" r:id="rId6"/>
    <p:sldId id="278" r:id="rId7"/>
    <p:sldId id="279" r:id="rId8"/>
    <p:sldId id="261" r:id="rId9"/>
    <p:sldId id="280" r:id="rId10"/>
    <p:sldId id="281" r:id="rId11"/>
    <p:sldId id="282" r:id="rId12"/>
    <p:sldId id="267" r:id="rId13"/>
    <p:sldId id="271" r:id="rId14"/>
    <p:sldId id="257" r:id="rId15"/>
    <p:sldId id="258" r:id="rId16"/>
    <p:sldId id="259" r:id="rId17"/>
    <p:sldId id="272" r:id="rId18"/>
    <p:sldId id="262" r:id="rId19"/>
    <p:sldId id="273" r:id="rId20"/>
    <p:sldId id="264" r:id="rId21"/>
    <p:sldId id="274" r:id="rId22"/>
    <p:sldId id="269" r:id="rId23"/>
    <p:sldId id="26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086BE-CDD8-4ED4-AF03-485EE5997C7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73750-3D2C-4A17-B020-CC947B077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0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461E-73E2-960F-3970-B10B958E5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C9542-7369-F108-CD67-17F92DA77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58C7-DE13-3EF6-CAD9-3E225382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41FA-4AB8-6CE4-4987-87BEAF23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43EF-70F9-D8A2-F500-F08440F56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20CC-9BD5-3CF6-97C0-E1A6142A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994A-6B58-E223-E963-719A7B13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63FB-5B27-CD49-2EBF-8DF69EA9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93A7-F0A1-550F-FF38-0B5C39D3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74DD-0281-9613-56F0-38DBC60A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4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A755-68AE-587D-6A37-8A83354F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0C2D-0A28-9264-44C1-A7DE5D82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F3EC-FCA3-34F0-BC69-E4F69BE1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090E9-F3D8-247E-ECA0-B7E19088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55A4D-0F83-FF2A-B300-E0B719A9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7633-C8C1-5E26-2D75-9B5F7085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ADB5-F6C8-7B80-18DC-C014CEC86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6918-CD14-C30C-E0BB-C91AE67CA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E2896-686A-E765-26B0-F5D9479A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51B8F-3DB4-2222-80D2-E68AA80F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2C6DA-54F1-6E2B-57DB-504FA40F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1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95D1-5E5F-16FB-86B8-25B6DB4D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AD5F0-5DE0-3828-DE8B-F0B67F18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D5950-4161-0616-D7F2-BBF8487D6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62EE0-430E-25A1-C973-816AC2D81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ED2B3-2846-B0D8-7EA8-285814FC8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D6841-823E-C3C5-3922-276C88D7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7D629-2002-8EBC-3703-5C2D5372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EB8A7-7AE1-ACDE-7AE5-8E5D222A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4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12DA-DAD3-2459-744D-369FDD32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B5839-E103-092A-739D-91F92032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6CFBF-F314-894D-8A2E-043246B4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040D7-F6E1-EAB3-09B3-1B01ACF3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28F0E-1709-7FFB-E967-22BDA2AC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B0BA9-17FA-5CE0-E828-EADD6B8E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257A7-DC9D-6844-D389-AD6FFB8E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5680-FE50-DBC4-CD28-B6AD492C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4E309-9AF6-35B0-E8A0-9A3CEE94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8C198-4854-5036-3EBE-8C798AC0D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7F3FA-4E4E-5F75-DAD8-44D0CBD7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429B5-A794-0A56-5AF7-540F0F23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45E75-67C8-F37F-F657-9A1CEE21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8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253F-798A-5686-D191-6277C34E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8BE29-B374-72BB-8B1A-9667DA4E9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F3AFB-85EB-FEBD-DF8B-D3D1AC110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817CB-4482-C826-E47D-3ECFEC62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904AE-67F4-3543-CA55-58CC7EAE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6E69F-7289-C919-0595-67FC5037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9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2BD-6779-B161-0276-EFFCA7AB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386EA7-CDB1-AABB-02D5-5AFD4C987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CF416-130E-BFE3-FC45-58FCA9EC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F4AC-DE1E-4E14-52AD-F2C8EB98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2E5C6-E09D-496C-2E0B-C9BED70C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41F29-80BA-F50F-4328-55E44BF88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49B24-EA93-70CC-EBF4-128188AB1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C5DB-0A67-C6FF-143D-03D037BA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D964A-4182-CAF0-2970-2E9D5559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65D09-94CA-1F80-FBCC-81E613D6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70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363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20CC-9BD5-3CF6-97C0-E1A6142A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994A-6B58-E223-E963-719A7B13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63FB-5B27-CD49-2EBF-8DF69EA9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93A7-F0A1-550F-FF38-0B5C39D3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74DD-0281-9613-56F0-38DBC60A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8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10240F-9BAF-4CA8-F516-7552DC61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8AAD-4490-9D0B-587A-6CA6BD37B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5BC2-BBA6-D90C-3C1A-0ED0680C1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82E81-2ACD-463D-A097-64B70DB471B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68AC-738C-0C2E-9F6B-31692B3AE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27EB-38AA-FC90-5DE6-AAEECB52D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63588-B284-4E1A-B109-7171A92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245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418661/the-planet-earth" TargetMode="External"/><Relationship Id="rId2" Type="http://schemas.openxmlformats.org/officeDocument/2006/relationships/image" Target="../media/image1.0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CA68-091A-2BAB-B7A2-71C881750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4776" y="2219274"/>
            <a:ext cx="4467224" cy="108079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GGIS 103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237AA-B07C-4818-B5D6-7A9C194B9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2550" y="3349499"/>
            <a:ext cx="6519450" cy="489671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US" dirty="0"/>
              <a:t>Intro to Lat Long, Topographic Maps and Google Earth Pro</a:t>
            </a:r>
          </a:p>
        </p:txBody>
      </p:sp>
    </p:spTree>
    <p:extLst>
      <p:ext uri="{BB962C8B-B14F-4D97-AF65-F5344CB8AC3E}">
        <p14:creationId xmlns:p14="http://schemas.microsoft.com/office/powerpoint/2010/main" val="220765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7012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Understand </a:t>
            </a:r>
            <a:r>
              <a:rPr lang="en-US" b="1" dirty="0">
                <a:solidFill>
                  <a:schemeClr val="bg1"/>
                </a:solidFill>
              </a:rPr>
              <a:t>Longitude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Latitude</a:t>
            </a:r>
          </a:p>
          <a:p>
            <a:r>
              <a:rPr lang="en-US" dirty="0">
                <a:solidFill>
                  <a:schemeClr val="bg1"/>
                </a:solidFill>
              </a:rPr>
              <a:t>Read </a:t>
            </a:r>
            <a:r>
              <a:rPr lang="en-US" b="1" dirty="0">
                <a:solidFill>
                  <a:schemeClr val="bg1"/>
                </a:solidFill>
              </a:rPr>
              <a:t>topographic maps</a:t>
            </a:r>
          </a:p>
          <a:p>
            <a:r>
              <a:rPr lang="en-US" dirty="0">
                <a:solidFill>
                  <a:schemeClr val="bg1"/>
                </a:solidFill>
              </a:rPr>
              <a:t>Intro to the use of </a:t>
            </a:r>
            <a:r>
              <a:rPr lang="en-US" b="1" dirty="0">
                <a:solidFill>
                  <a:schemeClr val="bg1"/>
                </a:solidFill>
              </a:rPr>
              <a:t>Google Earth Pro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E230A2-4BC3-A525-45BA-C460E3B3CC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Lab Objectives</a:t>
            </a:r>
            <a:endParaRPr lang="en-US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57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200" y="1825229"/>
            <a:ext cx="10160000" cy="21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Distance north or south of the Equator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Longitude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Distance east or west of the Prime Meridian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form a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system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pinpoint any location on Earth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degrees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ranging from 0° to 90° (latitude) and 0° to 180° (longitude)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57D468F-C21B-C20C-12D0-37482C0F7786}"/>
              </a:ext>
            </a:extLst>
          </p:cNvPr>
          <p:cNvSpPr/>
          <p:nvPr/>
        </p:nvSpPr>
        <p:spPr>
          <a:xfrm>
            <a:off x="2134007" y="94457"/>
            <a:ext cx="7771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7200"/>
              </a:lnSpc>
            </a:pPr>
            <a:r>
              <a:rPr lang="en-US" sz="6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 &amp; Longitude</a:t>
            </a:r>
            <a:endParaRPr lang="en-US" sz="6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374B2A4-0A45-EF4F-9A71-342D0C15BD90}"/>
              </a:ext>
            </a:extLst>
          </p:cNvPr>
          <p:cNvSpPr/>
          <p:nvPr/>
        </p:nvSpPr>
        <p:spPr>
          <a:xfrm>
            <a:off x="3197644" y="910829"/>
            <a:ext cx="5796712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3360"/>
              </a:lnSpc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Earth's Coordinate System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Latitude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9550" y="1361282"/>
            <a:ext cx="10160000" cy="266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Latitude=lateral=parallels </a:t>
            </a: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West-east orientation</a:t>
            </a: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Equator=longest latitude</a:t>
            </a:r>
          </a:p>
          <a:p>
            <a:pPr marL="457189" lvl="1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Northern/southern hemisphere</a:t>
            </a: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run EW and parallel to the Equator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"parallels"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they never intersect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Equator (reference point)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90°N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Northern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90°S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Southern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AEACCC2-7E64-BDE4-3810-8AE7F43B1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857" y="2120306"/>
            <a:ext cx="5722143" cy="38147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Longitude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run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vertically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(north-south) and connect the poles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</a:t>
            </a: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"meridians"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Prime Meridian in Greenwich (reference point)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180°E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Eastern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 to 180°W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Western Hemisphere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C8B46-8D69-3738-C871-4EFEF1190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176" y="1161257"/>
            <a:ext cx="4780824" cy="4087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12800" y="1869281"/>
          <a:ext cx="10566400" cy="1600200"/>
        </p:xfrm>
        <a:graphic>
          <a:graphicData uri="http://schemas.openxmlformats.org/drawingml/2006/table">
            <a:tbl>
              <a:tblPr/>
              <a:tblGrid>
                <a:gridCol w="52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0° latitude; divides Northern and Southern Hemispheres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Meridian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0° longitude; passes through Greenwich, England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Date 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Approximately 180° longitude; marks date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 Lines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90764"/>
            <a:ext cx="10566400" cy="124956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Coordinates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666082"/>
            <a:ext cx="10777728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combine latitude and longitude. Example: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8400" y="2595563"/>
            <a:ext cx="101041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800"/>
              </a:lnSpc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40°N, 75°W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68400" y="2951164"/>
            <a:ext cx="10104120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degrees north of Equator, 75 degrees west of Prime Meridian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" y="3743524"/>
            <a:ext cx="10777728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960"/>
              </a:lnSpc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can include minutes (') and seconds (") for greater precision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66082"/>
            <a:ext cx="10566400" cy="14222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3393084"/>
            <a:ext cx="10566400" cy="14222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5120085"/>
            <a:ext cx="10566400" cy="142220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7600" y="1970881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336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Champaign, Illinois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7600" y="2499122"/>
            <a:ext cx="1015593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40°1'N, 88°14'W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7600" y="3697883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336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Equator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7600" y="4226125"/>
            <a:ext cx="1015593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0°, any longitude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7600" y="5424884"/>
            <a:ext cx="10155936" cy="42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3360"/>
              </a:lnSpc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Meridian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7600" y="5953126"/>
            <a:ext cx="10155936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latitude, 0°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Uses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19200" y="1666082"/>
            <a:ext cx="10160000" cy="21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GPS systems, maps, and route planning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Mapping climate zones and regions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Science: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Tracking water resources and monitoring sites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lnSpc>
                <a:spcPts val="324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&amp; Maritime: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Aircraft and ship navigation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11" y="2057798"/>
            <a:ext cx="341358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4320"/>
              </a:lnSpc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25539" y="2911080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Latitude measures distance north/south of the Equator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25539" y="3434161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Longitude measures distance east/west of the Prime Meridian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25539" y="3957241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Together they create a unique address for any location on Earth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25539" y="4480322"/>
            <a:ext cx="6875740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20"/>
              </a:lnSpc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Essential for navigation, mapping, and environmental monitoring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17A5CC8-8137-2054-2D9E-661B07FD18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/>
              </a:rPr>
              <a:t>Topographic maps</a:t>
            </a:r>
            <a:endParaRPr lang="en-US" sz="5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8FF85D-CE0C-0BD2-598C-347E24D3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594" y="1170573"/>
            <a:ext cx="6500812" cy="56112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890B49-A9B5-DEC7-5FC8-E758FB93E34B}"/>
              </a:ext>
            </a:extLst>
          </p:cNvPr>
          <p:cNvSpPr txBox="1"/>
          <p:nvPr/>
        </p:nvSpPr>
        <p:spPr>
          <a:xfrm>
            <a:off x="3629026" y="1063108"/>
            <a:ext cx="6257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Elevation and shape of terrain</a:t>
            </a:r>
          </a:p>
        </p:txBody>
      </p:sp>
    </p:spTree>
    <p:extLst>
      <p:ext uri="{BB962C8B-B14F-4D97-AF65-F5344CB8AC3E}">
        <p14:creationId xmlns:p14="http://schemas.microsoft.com/office/powerpoint/2010/main" val="2056218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10207" y="2028967"/>
            <a:ext cx="7771388" cy="10388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6000" b="1" dirty="0">
                <a:solidFill>
                  <a:srgbClr val="38BDF8"/>
                </a:solidFill>
                <a:latin typeface="Arial"/>
              </a:rPr>
              <a:t>Topographic Maps &amp; Contour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97544" y="3446860"/>
            <a:ext cx="5796712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400">
                <a:solidFill>
                  <a:srgbClr val="CBD5E1"/>
                </a:solidFill>
                <a:latin typeface="Arial"/>
              </a:rPr>
              <a:t>Visualizing Elevation on a 2D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 dirty="0">
                <a:solidFill>
                  <a:srgbClr val="38BDF8"/>
                </a:solidFill>
                <a:latin typeface="Arial"/>
              </a:rPr>
              <a:t>What Is a Topographic Map?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Shows land-surface shape (relief) using contour lines and elevation points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Combines elevation with plan-view features (streams, roads, vegetation, buildings)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Lets you estimate slope, drainage direction, and landforms from map patterns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Key Map Elements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Contour lines and the contour interval (vertical elevation step)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Index contours (thicker, labeled) and intermediate contours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Spot elevations and benchmarks (exact point elevations)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Scale, legend, and coordinate grid (UTM or latitude/longitude)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North arrow and map projection information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Contour Lines: The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1"/>
            <a:ext cx="10160000" cy="28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Each line connects points of equal elevation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Contour interval is constant on a given map (example: 20 ft)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Lines do not cross or split </a:t>
            </a:r>
            <a:endParaRPr lang="en-US" dirty="0">
              <a:solidFill>
                <a:srgbClr val="CBD5E1"/>
              </a:solidFill>
              <a:latin typeface="Arial"/>
            </a:endParaRP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Closed loops represent hills or depressions (depressions have </a:t>
            </a:r>
            <a:r>
              <a:rPr lang="en-US" dirty="0">
                <a:solidFill>
                  <a:srgbClr val="CBD5E1"/>
                </a:solidFill>
                <a:latin typeface="Arial"/>
              </a:rPr>
              <a:t>inner ticks</a:t>
            </a:r>
            <a:r>
              <a:rPr dirty="0">
                <a:solidFill>
                  <a:srgbClr val="CBD5E1"/>
                </a:solidFill>
                <a:latin typeface="Arial"/>
              </a:rPr>
              <a:t>)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Elevation increases uphill: use labels on index contours to confirm direction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3F2C-2441-C6EB-5567-7760FD16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95" y="863600"/>
            <a:ext cx="3852759" cy="435133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Contour lines= same elevation</a:t>
            </a:r>
          </a:p>
          <a:p>
            <a:r>
              <a:rPr lang="en-US" dirty="0"/>
              <a:t>Index contour=every 5</a:t>
            </a:r>
            <a:r>
              <a:rPr lang="en-US" baseline="30000" dirty="0"/>
              <a:t>th</a:t>
            </a:r>
            <a:r>
              <a:rPr lang="en-US" dirty="0"/>
              <a:t> line</a:t>
            </a:r>
          </a:p>
          <a:p>
            <a:r>
              <a:rPr lang="en-US" dirty="0"/>
              <a:t>Contour interval= change in elevation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7A5CC8-8137-2054-2D9E-661B07FD18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219170"/>
            <a:r>
              <a:rPr lang="en-US" sz="5400" b="1" dirty="0">
                <a:solidFill>
                  <a:srgbClr val="38BDF8"/>
                </a:solidFill>
                <a:latin typeface="Arial"/>
              </a:rPr>
              <a:t>Topographic maps</a:t>
            </a:r>
            <a:endParaRPr lang="en-US" sz="5400" b="1" dirty="0">
              <a:solidFill>
                <a:srgbClr val="FFC000">
                  <a:lumMod val="60000"/>
                  <a:lumOff val="40000"/>
                </a:srgbClr>
              </a:solidFill>
              <a:latin typeface="Calibri Light" panose="020F03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3D78B-E6F2-8CA3-7A03-8C02E3AFA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485" y="1505258"/>
            <a:ext cx="7705516" cy="4009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D2B0D6-6E41-140A-D26D-462E9EB1E2F9}"/>
              </a:ext>
            </a:extLst>
          </p:cNvPr>
          <p:cNvSpPr txBox="1"/>
          <p:nvPr/>
        </p:nvSpPr>
        <p:spPr>
          <a:xfrm>
            <a:off x="233395" y="5145413"/>
            <a:ext cx="62553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/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How to determine Contour interval?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5DBCE-41C7-AA1A-276A-85CD13EA12BF}"/>
                  </a:ext>
                </a:extLst>
              </p:cNvPr>
              <p:cNvSpPr txBox="1"/>
              <p:nvPr/>
            </p:nvSpPr>
            <p:spPr>
              <a:xfrm>
                <a:off x="685801" y="5568328"/>
                <a:ext cx="6256751" cy="987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𝒅𝒊𝒇𝒇𝒆𝒓𝒆𝒏𝒄𝒆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𝒃𝒆𝒕𝒘𝒆𝒆𝒏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𝒕𝒘𝒐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𝒊𝒏𝒅𝒆𝒙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𝒄𝒐𝒏𝒕𝒐𝒖𝒓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𝒍𝒊𝒏𝒆𝒔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𝒏𝒖𝒎𝒃𝒆𝒓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𝒍𝒊𝒏𝒆𝒔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𝒃𝒆𝒕𝒘𝒆𝒆𝒏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𝒕𝒉𝒆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𝒕𝒘𝒐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𝒊𝒏𝒅𝒆𝒙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𝒄𝒐𝒏𝒕𝒐𝒖𝒓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𝒍𝒊𝒏𝒆𝒔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C5DBCE-41C7-AA1A-276A-85CD13EA1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5568328"/>
                <a:ext cx="6256751" cy="987001"/>
              </a:xfrm>
              <a:prstGeom prst="rect">
                <a:avLst/>
              </a:prstGeom>
              <a:blipFill>
                <a:blip r:embed="rId4"/>
                <a:stretch>
                  <a:fillRect r="-49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8884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Contour Spacing = Slope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1"/>
            <a:ext cx="10160000" cy="28666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Lines close together = steep slope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Lines far apart = gentle slope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Even spacing = uniform slope</a:t>
            </a:r>
          </a:p>
          <a:p>
            <a:pPr defTabSz="1219170">
              <a:defRPr sz="1350" b="0">
                <a:solidFill>
                  <a:srgbClr val="CBD5E1"/>
                </a:solidFill>
                <a:latin typeface="Arial"/>
              </a:defRPr>
            </a:pPr>
            <a:r>
              <a:rPr dirty="0">
                <a:solidFill>
                  <a:srgbClr val="CBD5E1"/>
                </a:solidFill>
                <a:latin typeface="Arial"/>
              </a:rPr>
              <a:t>Very tight spacing or merging = cliff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Recognizing Landforms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7600" y="1970881"/>
            <a:ext cx="10155936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800" b="1">
                <a:solidFill>
                  <a:srgbClr val="38BDF8"/>
                </a:solidFill>
                <a:latin typeface="Arial"/>
              </a:rPr>
              <a:t>Hill /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7600" y="2499122"/>
            <a:ext cx="10155936" cy="284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1600">
                <a:solidFill>
                  <a:srgbClr val="CBD5E1"/>
                </a:solidFill>
                <a:latin typeface="Arial"/>
              </a:rPr>
              <a:t>Closed loops; elevations increase toward the center.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7600" y="3697883"/>
            <a:ext cx="10155936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800" b="1">
                <a:solidFill>
                  <a:srgbClr val="38BDF8"/>
                </a:solidFill>
                <a:latin typeface="Arial"/>
              </a:rPr>
              <a:t>Valley /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7600" y="4226125"/>
            <a:ext cx="10155936" cy="284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1600">
                <a:solidFill>
                  <a:srgbClr val="CBD5E1"/>
                </a:solidFill>
                <a:latin typeface="Arial"/>
              </a:rPr>
              <a:t>Contour “V” points upstream; water flows opposite the V.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7600" y="5424884"/>
            <a:ext cx="10155936" cy="426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2800" b="1">
                <a:solidFill>
                  <a:srgbClr val="38BDF8"/>
                </a:solidFill>
                <a:latin typeface="Arial"/>
              </a:rPr>
              <a:t>Ridge / Spur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7600" y="5953126"/>
            <a:ext cx="10155936" cy="2843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1600">
                <a:solidFill>
                  <a:srgbClr val="CBD5E1"/>
                </a:solidFill>
                <a:latin typeface="Arial"/>
              </a:rPr>
              <a:t>Contour “V” points downhill; high ground runs along the ridge.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12801"/>
            <a:ext cx="10777728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>
                <a:solidFill>
                  <a:srgbClr val="38BDF8"/>
                </a:solidFill>
                <a:latin typeface="Arial"/>
              </a:rPr>
              <a:t>Applications &amp; 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1666082"/>
            <a:ext cx="10160000" cy="26664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Hiking and route planning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Site selection and construction planning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Watershed delineation and drainage analysis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Flood risk screening and terrain-based modeling</a:t>
            </a:r>
          </a:p>
          <a:p>
            <a:pPr defTabSz="1219170">
              <a:defRPr sz="1350" b="1">
                <a:solidFill>
                  <a:srgbClr val="38BDF8"/>
                </a:solidFill>
                <a:latin typeface="Arial"/>
              </a:defRPr>
            </a:pPr>
            <a:r>
              <a:rPr b="1" dirty="0">
                <a:solidFill>
                  <a:srgbClr val="38BDF8"/>
                </a:solidFill>
                <a:latin typeface="Arial"/>
              </a:rPr>
              <a:t>Geologic mapping and hazard assessment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11" y="2057798"/>
            <a:ext cx="3413581" cy="548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sz="3600" b="1" dirty="0">
                <a:solidFill>
                  <a:srgbClr val="38BDF8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25539" y="2911080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Topographic maps represent 3D terrain using contour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5539" y="3434161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Contour interval is constant; index contours help you read elevations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5539" y="3957242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Line spacing indicates slope steepness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25539" y="4480324"/>
            <a:ext cx="6875740" cy="3198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>
                <a:solidFill>
                  <a:srgbClr val="CBD5E1"/>
                </a:solidFill>
                <a:latin typeface="Arial"/>
              </a:rPr>
              <a:t>✓ Contour shapes reveal hills, valleys, ridges, and depressions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17A5CC8-8137-2054-2D9E-661B07FD18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/>
              </a:rPr>
              <a:t>Topographic maps</a:t>
            </a:r>
            <a:endParaRPr lang="en-US" sz="5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07BBF-2870-AC93-CB39-FFCE1D071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319" y="2053522"/>
            <a:ext cx="3164681" cy="3877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FB1EB0-6589-02CD-0DDA-FD58D3451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28" y="3562351"/>
            <a:ext cx="5735683" cy="236882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E42AE0-DCAB-82FB-102A-62898589D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69" y="1320005"/>
            <a:ext cx="7138884" cy="197564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Steep slope=closely spaced lines</a:t>
            </a:r>
          </a:p>
          <a:p>
            <a:r>
              <a:rPr lang="en-US" b="1" dirty="0">
                <a:solidFill>
                  <a:schemeClr val="bg1"/>
                </a:solidFill>
              </a:rPr>
              <a:t>Gentle slope= more spread-out lines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42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302B-8D13-90F1-C543-A22B50CD5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0875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Part 1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 provided text and images in lab handout to answer questions</a:t>
            </a:r>
          </a:p>
          <a:p>
            <a:r>
              <a:rPr lang="en-US" dirty="0">
                <a:solidFill>
                  <a:schemeClr val="bg1"/>
                </a:solidFill>
              </a:rPr>
              <a:t>Part 2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Use Google Earth Web and .</a:t>
            </a:r>
            <a:r>
              <a:rPr lang="en-US" dirty="0" err="1">
                <a:solidFill>
                  <a:schemeClr val="bg1"/>
                </a:solidFill>
              </a:rPr>
              <a:t>kml</a:t>
            </a:r>
            <a:r>
              <a:rPr lang="en-US" dirty="0">
                <a:solidFill>
                  <a:schemeClr val="bg1"/>
                </a:solidFill>
              </a:rPr>
              <a:t> file from Canvas to answer questions</a:t>
            </a:r>
          </a:p>
          <a:p>
            <a:r>
              <a:rPr lang="en-US" dirty="0">
                <a:solidFill>
                  <a:schemeClr val="bg1"/>
                </a:solidFill>
              </a:rPr>
              <a:t>If you finish in class, turn it in and go home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If not, turn it in at the start of next lab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7056C9-4219-CCE4-4691-2CE0DBAB51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38BDF8"/>
                </a:solidFill>
                <a:latin typeface="Arial"/>
              </a:rPr>
              <a:t>Lab 1 Instructions</a:t>
            </a:r>
            <a:endParaRPr lang="en-US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5307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44.7|2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2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3153</TotalTime>
  <Words>794</Words>
  <Application>Microsoft Office PowerPoint</Application>
  <PresentationFormat>Widescreen</PresentationFormat>
  <Paragraphs>124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1_Office Theme</vt:lpstr>
      <vt:lpstr>GGIS 103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GGIS 103 Lab</dc:title>
  <dc:creator>Hall, Emma Catherine</dc:creator>
  <cp:lastModifiedBy>Chyon, Sadiul</cp:lastModifiedBy>
  <cp:revision>16</cp:revision>
  <dcterms:created xsi:type="dcterms:W3CDTF">2022-08-24T16:20:55Z</dcterms:created>
  <dcterms:modified xsi:type="dcterms:W3CDTF">2026-01-29T19:22:25Z</dcterms:modified>
</cp:coreProperties>
</file>